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embeddedFontLst>
    <p:embeddedFont>
      <p:font typeface="Montserrat"/>
      <p:regular r:id="rId28"/>
      <p:bold r:id="rId29"/>
      <p:italic r:id="rId30"/>
      <p:boldItalic r:id="rId31"/>
    </p:embeddedFont>
    <p:embeddedFont>
      <p:font typeface="Bebas Neue"/>
      <p:regular r:id="rId32"/>
    </p:embeddedFont>
    <p:embeddedFont>
      <p:font typeface="Amarante"/>
      <p:regular r:id="rId33"/>
    </p:embeddedFont>
    <p:embeddedFont>
      <p:font typeface="Philosopher"/>
      <p:regular r:id="rId34"/>
      <p:bold r:id="rId35"/>
      <p:italic r:id="rId36"/>
      <p:boldItalic r:id="rId37"/>
    </p:embeddedFont>
    <p:embeddedFont>
      <p:font typeface="Albert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lbertSans-italic.fntdata"/><Relationship Id="rId20" Type="http://schemas.openxmlformats.org/officeDocument/2006/relationships/slide" Target="slides/slide16.xml"/><Relationship Id="rId41" Type="http://schemas.openxmlformats.org/officeDocument/2006/relationships/font" Target="fonts/AlbertSans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Montserrat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7.xml"/><Relationship Id="rId33" Type="http://schemas.openxmlformats.org/officeDocument/2006/relationships/font" Target="fonts/Amarante-regular.fntdata"/><Relationship Id="rId10" Type="http://schemas.openxmlformats.org/officeDocument/2006/relationships/slide" Target="slides/slide6.xml"/><Relationship Id="rId32" Type="http://schemas.openxmlformats.org/officeDocument/2006/relationships/font" Target="fonts/BebasNeue-regular.fntdata"/><Relationship Id="rId13" Type="http://schemas.openxmlformats.org/officeDocument/2006/relationships/slide" Target="slides/slide9.xml"/><Relationship Id="rId35" Type="http://schemas.openxmlformats.org/officeDocument/2006/relationships/font" Target="fonts/Philosopher-bold.fntdata"/><Relationship Id="rId12" Type="http://schemas.openxmlformats.org/officeDocument/2006/relationships/slide" Target="slides/slide8.xml"/><Relationship Id="rId34" Type="http://schemas.openxmlformats.org/officeDocument/2006/relationships/font" Target="fonts/Philosopher-regular.fntdata"/><Relationship Id="rId15" Type="http://schemas.openxmlformats.org/officeDocument/2006/relationships/slide" Target="slides/slide11.xml"/><Relationship Id="rId37" Type="http://schemas.openxmlformats.org/officeDocument/2006/relationships/font" Target="fonts/Philosopher-boldItalic.fntdata"/><Relationship Id="rId14" Type="http://schemas.openxmlformats.org/officeDocument/2006/relationships/slide" Target="slides/slide10.xml"/><Relationship Id="rId36" Type="http://schemas.openxmlformats.org/officeDocument/2006/relationships/font" Target="fonts/Philosopher-italic.fntdata"/><Relationship Id="rId17" Type="http://schemas.openxmlformats.org/officeDocument/2006/relationships/slide" Target="slides/slide13.xml"/><Relationship Id="rId39" Type="http://schemas.openxmlformats.org/officeDocument/2006/relationships/font" Target="fonts/AlbertSans-bold.fntdata"/><Relationship Id="rId16" Type="http://schemas.openxmlformats.org/officeDocument/2006/relationships/slide" Target="slides/slide12.xml"/><Relationship Id="rId38" Type="http://schemas.openxmlformats.org/officeDocument/2006/relationships/font" Target="fonts/AlbertSans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458ce588e2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458ce588e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37f2bbc75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37f2bbc75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e2b4ed1ed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e2b4ed1ed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e2b4ed1ed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e2b4ed1ed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458ce588e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458ce588e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37f2bbc759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37f2bbc759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7eea21c5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7eea21c5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7eea21c5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7eea21c5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72f5b38f5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72f5b38f5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72f5b38f5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72f5b38f5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7eea21c5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87eea21c5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72f5b38f5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72f5b38f5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87eea21c5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87eea21c5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87eea21c5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87eea21c5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37f2bbc759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37f2bbc759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78ddec6e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778ddec6e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fe27e6051b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fe27e6051b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87eea21c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87eea21c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e2b4ed1ed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e2b4ed1ed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87eea21c5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87eea21c5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87eea21c5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87eea21c5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72f5b38f5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72f5b38f5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37f2bbc759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37f2bbc759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15111" y="940050"/>
            <a:ext cx="4009200" cy="28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15100" y="3803250"/>
            <a:ext cx="4009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 rot="10800000">
            <a:off x="1847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4630526" y="1904225"/>
            <a:ext cx="3797400" cy="16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5813778" y="959525"/>
            <a:ext cx="2615100" cy="9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5813800" y="3552725"/>
            <a:ext cx="2615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accen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15100" y="3023850"/>
            <a:ext cx="38391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715100" y="1303350"/>
            <a:ext cx="3839100" cy="1720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accen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title"/>
          </p:nvPr>
        </p:nvSpPr>
        <p:spPr>
          <a:xfrm>
            <a:off x="715100" y="535000"/>
            <a:ext cx="7713900" cy="120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Philosopher"/>
              <a:buNone/>
              <a:defRPr sz="34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Philosopher"/>
              <a:buNone/>
              <a:defRPr sz="34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Philosopher"/>
              <a:buNone/>
              <a:defRPr sz="34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Philosopher"/>
              <a:buNone/>
              <a:defRPr sz="34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Philosopher"/>
              <a:buNone/>
              <a:defRPr sz="34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Philosopher"/>
              <a:buNone/>
              <a:defRPr sz="34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Philosopher"/>
              <a:buNone/>
              <a:defRPr sz="34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Philosopher"/>
              <a:buNone/>
              <a:defRPr sz="34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715023" y="2437325"/>
            <a:ext cx="3693300" cy="186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subTitle"/>
          </p:nvPr>
        </p:nvSpPr>
        <p:spPr>
          <a:xfrm>
            <a:off x="715023" y="1969750"/>
            <a:ext cx="36933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3" type="subTitle"/>
          </p:nvPr>
        </p:nvSpPr>
        <p:spPr>
          <a:xfrm>
            <a:off x="4735673" y="2437325"/>
            <a:ext cx="3693300" cy="186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4" type="subTitle"/>
          </p:nvPr>
        </p:nvSpPr>
        <p:spPr>
          <a:xfrm>
            <a:off x="4735677" y="1969750"/>
            <a:ext cx="36933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accen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/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idx="1" type="body"/>
          </p:nvPr>
        </p:nvSpPr>
        <p:spPr>
          <a:xfrm>
            <a:off x="2380650" y="1693100"/>
            <a:ext cx="43827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715100" y="535000"/>
            <a:ext cx="7612500" cy="493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marante"/>
              <a:buNone/>
              <a:defRPr sz="34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/>
          <p:nvPr>
            <p:ph type="title"/>
          </p:nvPr>
        </p:nvSpPr>
        <p:spPr>
          <a:xfrm>
            <a:off x="4572000" y="1518750"/>
            <a:ext cx="3856800" cy="21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3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accen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715100" y="652350"/>
            <a:ext cx="4039800" cy="22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715100" y="2822550"/>
            <a:ext cx="4039800" cy="16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5326925" y="535000"/>
            <a:ext cx="2880900" cy="9732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1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715100" y="1665150"/>
            <a:ext cx="3856800" cy="11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subTitle"/>
          </p:nvPr>
        </p:nvSpPr>
        <p:spPr>
          <a:xfrm>
            <a:off x="715100" y="2796750"/>
            <a:ext cx="2858700" cy="6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solidFill>
          <a:schemeClr val="accen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3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3"/>
          <p:cNvSpPr txBox="1"/>
          <p:nvPr>
            <p:ph hasCustomPrompt="1" type="title"/>
          </p:nvPr>
        </p:nvSpPr>
        <p:spPr>
          <a:xfrm>
            <a:off x="715100" y="1255975"/>
            <a:ext cx="34374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715100" y="2240750"/>
            <a:ext cx="3437400" cy="60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subTitle"/>
          </p:nvPr>
        </p:nvSpPr>
        <p:spPr>
          <a:xfrm>
            <a:off x="715100" y="1773175"/>
            <a:ext cx="34374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3"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hasCustomPrompt="1" idx="4" type="title"/>
          </p:nvPr>
        </p:nvSpPr>
        <p:spPr>
          <a:xfrm>
            <a:off x="4468867" y="1255975"/>
            <a:ext cx="34374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idx="5" type="subTitle"/>
          </p:nvPr>
        </p:nvSpPr>
        <p:spPr>
          <a:xfrm>
            <a:off x="4468867" y="2240750"/>
            <a:ext cx="3437400" cy="60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6" type="subTitle"/>
          </p:nvPr>
        </p:nvSpPr>
        <p:spPr>
          <a:xfrm>
            <a:off x="4468867" y="1773175"/>
            <a:ext cx="34374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hasCustomPrompt="1" idx="7" type="title"/>
          </p:nvPr>
        </p:nvSpPr>
        <p:spPr>
          <a:xfrm>
            <a:off x="715100" y="2925650"/>
            <a:ext cx="34374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idx="8" type="subTitle"/>
          </p:nvPr>
        </p:nvSpPr>
        <p:spPr>
          <a:xfrm>
            <a:off x="715100" y="3910425"/>
            <a:ext cx="3437400" cy="60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9" type="subTitle"/>
          </p:nvPr>
        </p:nvSpPr>
        <p:spPr>
          <a:xfrm>
            <a:off x="715100" y="3442850"/>
            <a:ext cx="34374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hasCustomPrompt="1" idx="13" type="title"/>
          </p:nvPr>
        </p:nvSpPr>
        <p:spPr>
          <a:xfrm>
            <a:off x="4468867" y="2925650"/>
            <a:ext cx="34374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idx="14" type="subTitle"/>
          </p:nvPr>
        </p:nvSpPr>
        <p:spPr>
          <a:xfrm>
            <a:off x="4468867" y="3910425"/>
            <a:ext cx="3437400" cy="60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5" type="subTitle"/>
          </p:nvPr>
        </p:nvSpPr>
        <p:spPr>
          <a:xfrm>
            <a:off x="4468867" y="3442850"/>
            <a:ext cx="34374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715050" y="1414500"/>
            <a:ext cx="7342200" cy="15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7" name="Google Shape;67;p14"/>
          <p:cNvSpPr txBox="1"/>
          <p:nvPr>
            <p:ph idx="2" type="subTitle"/>
          </p:nvPr>
        </p:nvSpPr>
        <p:spPr>
          <a:xfrm>
            <a:off x="715050" y="3183000"/>
            <a:ext cx="7342200" cy="54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bg>
      <p:bgPr>
        <a:solidFill>
          <a:schemeClr val="accen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940405" y="2659050"/>
            <a:ext cx="30162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940400" y="2008650"/>
            <a:ext cx="3016200" cy="650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bg>
      <p:bgPr>
        <a:solidFill>
          <a:schemeClr val="accen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1504648" y="4006700"/>
            <a:ext cx="2744100" cy="601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2" type="subTitle"/>
          </p:nvPr>
        </p:nvSpPr>
        <p:spPr>
          <a:xfrm>
            <a:off x="1504648" y="3539125"/>
            <a:ext cx="27441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3" type="subTitle"/>
          </p:nvPr>
        </p:nvSpPr>
        <p:spPr>
          <a:xfrm>
            <a:off x="4895252" y="4006700"/>
            <a:ext cx="2744100" cy="601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95252" y="3539125"/>
            <a:ext cx="27441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bg>
      <p:bgPr>
        <a:solidFill>
          <a:schemeClr val="accen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899153" y="2040750"/>
            <a:ext cx="3285900" cy="216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Char char="⎼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2" type="subTitle"/>
          </p:nvPr>
        </p:nvSpPr>
        <p:spPr>
          <a:xfrm>
            <a:off x="899150" y="1573175"/>
            <a:ext cx="32859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3" type="subTitle"/>
          </p:nvPr>
        </p:nvSpPr>
        <p:spPr>
          <a:xfrm>
            <a:off x="4959064" y="2040750"/>
            <a:ext cx="3285900" cy="216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Char char="⎼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4" type="subTitle"/>
          </p:nvPr>
        </p:nvSpPr>
        <p:spPr>
          <a:xfrm>
            <a:off x="4959064" y="1573175"/>
            <a:ext cx="32859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bg>
      <p:bgPr>
        <a:solidFill>
          <a:schemeClr val="accen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5791496" y="3195700"/>
            <a:ext cx="2439000" cy="78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2" type="subTitle"/>
          </p:nvPr>
        </p:nvSpPr>
        <p:spPr>
          <a:xfrm>
            <a:off x="5791504" y="2728125"/>
            <a:ext cx="24390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idx="3" type="subTitle"/>
          </p:nvPr>
        </p:nvSpPr>
        <p:spPr>
          <a:xfrm>
            <a:off x="3352496" y="3195700"/>
            <a:ext cx="2439000" cy="78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4" type="subTitle"/>
          </p:nvPr>
        </p:nvSpPr>
        <p:spPr>
          <a:xfrm>
            <a:off x="3352504" y="2728125"/>
            <a:ext cx="24390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93" name="Google Shape;93;p18"/>
          <p:cNvSpPr txBox="1"/>
          <p:nvPr>
            <p:ph idx="5" type="subTitle"/>
          </p:nvPr>
        </p:nvSpPr>
        <p:spPr>
          <a:xfrm>
            <a:off x="913496" y="3195700"/>
            <a:ext cx="2439000" cy="78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6" type="subTitle"/>
          </p:nvPr>
        </p:nvSpPr>
        <p:spPr>
          <a:xfrm>
            <a:off x="913504" y="2728125"/>
            <a:ext cx="24390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bg>
      <p:bgPr>
        <a:solidFill>
          <a:schemeClr val="accen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98" name="Google Shape;98;p19"/>
          <p:cNvSpPr txBox="1"/>
          <p:nvPr>
            <p:ph idx="1" type="subTitle"/>
          </p:nvPr>
        </p:nvSpPr>
        <p:spPr>
          <a:xfrm>
            <a:off x="715100" y="2059950"/>
            <a:ext cx="28575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2" type="subTitle"/>
          </p:nvPr>
        </p:nvSpPr>
        <p:spPr>
          <a:xfrm>
            <a:off x="715109" y="1592375"/>
            <a:ext cx="28575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3" type="subTitle"/>
          </p:nvPr>
        </p:nvSpPr>
        <p:spPr>
          <a:xfrm>
            <a:off x="4205550" y="2059950"/>
            <a:ext cx="28575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4" type="subTitle"/>
          </p:nvPr>
        </p:nvSpPr>
        <p:spPr>
          <a:xfrm>
            <a:off x="4205549" y="1592375"/>
            <a:ext cx="28575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715100" y="3565775"/>
            <a:ext cx="28575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715109" y="3098200"/>
            <a:ext cx="28575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104" name="Google Shape;104;p19"/>
          <p:cNvSpPr txBox="1"/>
          <p:nvPr>
            <p:ph idx="7" type="subTitle"/>
          </p:nvPr>
        </p:nvSpPr>
        <p:spPr>
          <a:xfrm>
            <a:off x="4205546" y="3565775"/>
            <a:ext cx="28575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8" type="subTitle"/>
          </p:nvPr>
        </p:nvSpPr>
        <p:spPr>
          <a:xfrm>
            <a:off x="4205549" y="3098200"/>
            <a:ext cx="28575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bg>
      <p:bgPr>
        <a:solidFill>
          <a:schemeClr val="accen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1120500" y="2070250"/>
            <a:ext cx="28575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2" type="subTitle"/>
          </p:nvPr>
        </p:nvSpPr>
        <p:spPr>
          <a:xfrm>
            <a:off x="1120509" y="1602675"/>
            <a:ext cx="28575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111" name="Google Shape;111;p20"/>
          <p:cNvSpPr txBox="1"/>
          <p:nvPr>
            <p:ph idx="3" type="subTitle"/>
          </p:nvPr>
        </p:nvSpPr>
        <p:spPr>
          <a:xfrm>
            <a:off x="5166000" y="2070250"/>
            <a:ext cx="28575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4" type="subTitle"/>
          </p:nvPr>
        </p:nvSpPr>
        <p:spPr>
          <a:xfrm>
            <a:off x="5165999" y="1602675"/>
            <a:ext cx="28575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5" type="subTitle"/>
          </p:nvPr>
        </p:nvSpPr>
        <p:spPr>
          <a:xfrm>
            <a:off x="1120500" y="3674225"/>
            <a:ext cx="28575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6" type="subTitle"/>
          </p:nvPr>
        </p:nvSpPr>
        <p:spPr>
          <a:xfrm>
            <a:off x="1120509" y="3206650"/>
            <a:ext cx="28575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115" name="Google Shape;115;p20"/>
          <p:cNvSpPr txBox="1"/>
          <p:nvPr>
            <p:ph idx="7" type="subTitle"/>
          </p:nvPr>
        </p:nvSpPr>
        <p:spPr>
          <a:xfrm>
            <a:off x="5165996" y="3674225"/>
            <a:ext cx="28575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8" type="subTitle"/>
          </p:nvPr>
        </p:nvSpPr>
        <p:spPr>
          <a:xfrm>
            <a:off x="5165999" y="3206650"/>
            <a:ext cx="28575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bg>
      <p:bgPr>
        <a:solidFill>
          <a:schemeClr val="accen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hilosopher"/>
              <a:buNone/>
              <a:defRPr sz="35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1" type="subTitle"/>
          </p:nvPr>
        </p:nvSpPr>
        <p:spPr>
          <a:xfrm>
            <a:off x="716580" y="2059950"/>
            <a:ext cx="22395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idx="2" type="subTitle"/>
          </p:nvPr>
        </p:nvSpPr>
        <p:spPr>
          <a:xfrm>
            <a:off x="716587" y="1592375"/>
            <a:ext cx="22395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122" name="Google Shape;122;p21"/>
          <p:cNvSpPr txBox="1"/>
          <p:nvPr>
            <p:ph idx="3" type="subTitle"/>
          </p:nvPr>
        </p:nvSpPr>
        <p:spPr>
          <a:xfrm>
            <a:off x="3452245" y="2059950"/>
            <a:ext cx="22395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4" type="subTitle"/>
          </p:nvPr>
        </p:nvSpPr>
        <p:spPr>
          <a:xfrm>
            <a:off x="3452244" y="1592375"/>
            <a:ext cx="22395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5" type="subTitle"/>
          </p:nvPr>
        </p:nvSpPr>
        <p:spPr>
          <a:xfrm>
            <a:off x="716580" y="3565775"/>
            <a:ext cx="22395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6" type="subTitle"/>
          </p:nvPr>
        </p:nvSpPr>
        <p:spPr>
          <a:xfrm>
            <a:off x="716587" y="3098200"/>
            <a:ext cx="22395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idx="7" type="subTitle"/>
          </p:nvPr>
        </p:nvSpPr>
        <p:spPr>
          <a:xfrm>
            <a:off x="3452242" y="3565775"/>
            <a:ext cx="22395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8" type="subTitle"/>
          </p:nvPr>
        </p:nvSpPr>
        <p:spPr>
          <a:xfrm>
            <a:off x="3452244" y="3098200"/>
            <a:ext cx="22395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128" name="Google Shape;128;p21"/>
          <p:cNvSpPr txBox="1"/>
          <p:nvPr>
            <p:ph idx="9" type="subTitle"/>
          </p:nvPr>
        </p:nvSpPr>
        <p:spPr>
          <a:xfrm>
            <a:off x="6187920" y="2059950"/>
            <a:ext cx="22395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13" type="subTitle"/>
          </p:nvPr>
        </p:nvSpPr>
        <p:spPr>
          <a:xfrm>
            <a:off x="6187919" y="1592375"/>
            <a:ext cx="22395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130" name="Google Shape;130;p21"/>
          <p:cNvSpPr txBox="1"/>
          <p:nvPr>
            <p:ph idx="14" type="subTitle"/>
          </p:nvPr>
        </p:nvSpPr>
        <p:spPr>
          <a:xfrm>
            <a:off x="6187917" y="3565775"/>
            <a:ext cx="22395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5" type="subTitle"/>
          </p:nvPr>
        </p:nvSpPr>
        <p:spPr>
          <a:xfrm>
            <a:off x="6187919" y="3098200"/>
            <a:ext cx="22395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>
            <p:ph hasCustomPrompt="1" type="title"/>
          </p:nvPr>
        </p:nvSpPr>
        <p:spPr>
          <a:xfrm>
            <a:off x="715100" y="973400"/>
            <a:ext cx="3856800" cy="828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5" name="Google Shape;135;p22"/>
          <p:cNvSpPr txBox="1"/>
          <p:nvPr>
            <p:ph idx="1" type="subTitle"/>
          </p:nvPr>
        </p:nvSpPr>
        <p:spPr>
          <a:xfrm>
            <a:off x="715100" y="1801700"/>
            <a:ext cx="3856800" cy="39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hasCustomPrompt="1" idx="2" type="title"/>
          </p:nvPr>
        </p:nvSpPr>
        <p:spPr>
          <a:xfrm>
            <a:off x="715100" y="2941900"/>
            <a:ext cx="3856800" cy="828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22"/>
          <p:cNvSpPr txBox="1"/>
          <p:nvPr>
            <p:ph idx="3" type="subTitle"/>
          </p:nvPr>
        </p:nvSpPr>
        <p:spPr>
          <a:xfrm>
            <a:off x="715100" y="3770200"/>
            <a:ext cx="3856800" cy="39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 txBox="1"/>
          <p:nvPr>
            <p:ph hasCustomPrompt="1" idx="4" type="title"/>
          </p:nvPr>
        </p:nvSpPr>
        <p:spPr>
          <a:xfrm>
            <a:off x="4572000" y="973400"/>
            <a:ext cx="3856800" cy="828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9" name="Google Shape;139;p22"/>
          <p:cNvSpPr txBox="1"/>
          <p:nvPr>
            <p:ph idx="5" type="subTitle"/>
          </p:nvPr>
        </p:nvSpPr>
        <p:spPr>
          <a:xfrm>
            <a:off x="4572000" y="1801700"/>
            <a:ext cx="3856800" cy="39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hasCustomPrompt="1" idx="6" type="title"/>
          </p:nvPr>
        </p:nvSpPr>
        <p:spPr>
          <a:xfrm>
            <a:off x="4572000" y="2941900"/>
            <a:ext cx="3856800" cy="828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1" name="Google Shape;141;p22"/>
          <p:cNvSpPr txBox="1"/>
          <p:nvPr>
            <p:ph idx="7" type="subTitle"/>
          </p:nvPr>
        </p:nvSpPr>
        <p:spPr>
          <a:xfrm>
            <a:off x="4572000" y="3770200"/>
            <a:ext cx="3856800" cy="39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1_1_1_3">
    <p:bg>
      <p:bgPr>
        <a:solidFill>
          <a:schemeClr val="accen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3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hasCustomPrompt="1" idx="2" type="title"/>
          </p:nvPr>
        </p:nvSpPr>
        <p:spPr>
          <a:xfrm>
            <a:off x="715100" y="2929600"/>
            <a:ext cx="23742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23"/>
          <p:cNvSpPr txBox="1"/>
          <p:nvPr>
            <p:ph idx="1" type="subTitle"/>
          </p:nvPr>
        </p:nvSpPr>
        <p:spPr>
          <a:xfrm>
            <a:off x="715100" y="3914375"/>
            <a:ext cx="2374200" cy="57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3" type="subTitle"/>
          </p:nvPr>
        </p:nvSpPr>
        <p:spPr>
          <a:xfrm>
            <a:off x="715100" y="3446800"/>
            <a:ext cx="23742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hasCustomPrompt="1" idx="4" type="title"/>
          </p:nvPr>
        </p:nvSpPr>
        <p:spPr>
          <a:xfrm>
            <a:off x="3384950" y="2929600"/>
            <a:ext cx="23742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23"/>
          <p:cNvSpPr txBox="1"/>
          <p:nvPr>
            <p:ph idx="5" type="subTitle"/>
          </p:nvPr>
        </p:nvSpPr>
        <p:spPr>
          <a:xfrm>
            <a:off x="3384950" y="3914375"/>
            <a:ext cx="2374200" cy="57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6" type="subTitle"/>
          </p:nvPr>
        </p:nvSpPr>
        <p:spPr>
          <a:xfrm>
            <a:off x="3384950" y="3446800"/>
            <a:ext cx="23742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hasCustomPrompt="1" idx="7" type="title"/>
          </p:nvPr>
        </p:nvSpPr>
        <p:spPr>
          <a:xfrm>
            <a:off x="6054800" y="2929600"/>
            <a:ext cx="2374200" cy="593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hilosopher"/>
              <a:buNone/>
              <a:defRPr sz="3000"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>
            <a:r>
              <a:t>xx%</a:t>
            </a:r>
          </a:p>
        </p:txBody>
      </p:sp>
      <p:sp>
        <p:nvSpPr>
          <p:cNvPr id="152" name="Google Shape;152;p23"/>
          <p:cNvSpPr txBox="1"/>
          <p:nvPr>
            <p:ph idx="8" type="subTitle"/>
          </p:nvPr>
        </p:nvSpPr>
        <p:spPr>
          <a:xfrm>
            <a:off x="6054800" y="3914375"/>
            <a:ext cx="2374200" cy="57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3"/>
          <p:cNvSpPr txBox="1"/>
          <p:nvPr>
            <p:ph idx="9" type="subTitle"/>
          </p:nvPr>
        </p:nvSpPr>
        <p:spPr>
          <a:xfrm>
            <a:off x="6054800" y="3446800"/>
            <a:ext cx="2374200" cy="54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lt2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hilosopher"/>
              <a:buNone/>
              <a:defRPr sz="2400">
                <a:solidFill>
                  <a:schemeClr val="dk1"/>
                </a:solidFill>
                <a:latin typeface="Philosopher"/>
                <a:ea typeface="Philosopher"/>
                <a:cs typeface="Philosopher"/>
                <a:sym typeface="Philosoph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bg>
      <p:bgPr>
        <a:solidFill>
          <a:schemeClr val="accen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4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4"/>
          <p:cNvSpPr txBox="1"/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marante"/>
              <a:buNone/>
              <a:defRPr sz="35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accen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5"/>
          <p:cNvSpPr txBox="1"/>
          <p:nvPr>
            <p:ph type="ctrTitle"/>
          </p:nvPr>
        </p:nvSpPr>
        <p:spPr>
          <a:xfrm>
            <a:off x="4798600" y="555950"/>
            <a:ext cx="3630300" cy="10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0" name="Google Shape;160;p25"/>
          <p:cNvSpPr txBox="1"/>
          <p:nvPr>
            <p:ph idx="1" type="subTitle"/>
          </p:nvPr>
        </p:nvSpPr>
        <p:spPr>
          <a:xfrm>
            <a:off x="4798600" y="1499150"/>
            <a:ext cx="36303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25"/>
          <p:cNvSpPr txBox="1"/>
          <p:nvPr/>
        </p:nvSpPr>
        <p:spPr>
          <a:xfrm>
            <a:off x="4798600" y="3514775"/>
            <a:ext cx="363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lang="en" sz="1000">
                <a:solidFill>
                  <a:schemeClr val="lt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, including icons by </a:t>
            </a:r>
            <a:r>
              <a:rPr b="1" lang="en" sz="1000">
                <a:solidFill>
                  <a:schemeClr val="lt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10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b="1" lang="en" sz="1000">
                <a:solidFill>
                  <a:schemeClr val="lt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accen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7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hilosopher"/>
              <a:buNone/>
              <a:defRPr sz="3300">
                <a:solidFill>
                  <a:schemeClr val="lt1"/>
                </a:solidFill>
                <a:latin typeface="Philosopher"/>
                <a:ea typeface="Philosopher"/>
                <a:cs typeface="Philosopher"/>
                <a:sym typeface="Philosop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marante"/>
              <a:buNone/>
              <a:defRPr sz="3300">
                <a:solidFill>
                  <a:schemeClr val="lt1"/>
                </a:solidFill>
                <a:latin typeface="Amarante"/>
                <a:ea typeface="Amarante"/>
                <a:cs typeface="Amarante"/>
                <a:sym typeface="Amarant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13.jpg"/><Relationship Id="rId9" Type="http://schemas.openxmlformats.org/officeDocument/2006/relationships/image" Target="../media/image14.png"/><Relationship Id="rId5" Type="http://schemas.openxmlformats.org/officeDocument/2006/relationships/image" Target="../media/image8.jpg"/><Relationship Id="rId6" Type="http://schemas.openxmlformats.org/officeDocument/2006/relationships/image" Target="../media/image11.jpg"/><Relationship Id="rId7" Type="http://schemas.openxmlformats.org/officeDocument/2006/relationships/image" Target="../media/image7.jpg"/><Relationship Id="rId8" Type="http://schemas.openxmlformats.org/officeDocument/2006/relationships/image" Target="../media/image9.jpg"/><Relationship Id="rId11" Type="http://schemas.openxmlformats.org/officeDocument/2006/relationships/image" Target="../media/image4.jpg"/><Relationship Id="rId10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Relationship Id="rId4" Type="http://schemas.openxmlformats.org/officeDocument/2006/relationships/image" Target="../media/image1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Relationship Id="rId4" Type="http://schemas.openxmlformats.org/officeDocument/2006/relationships/image" Target="../media/image13.jpg"/><Relationship Id="rId5" Type="http://schemas.openxmlformats.org/officeDocument/2006/relationships/image" Target="../media/image11.jpg"/><Relationship Id="rId6" Type="http://schemas.openxmlformats.org/officeDocument/2006/relationships/image" Target="../media/image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Relationship Id="rId4" Type="http://schemas.openxmlformats.org/officeDocument/2006/relationships/image" Target="../media/image5.jpg"/><Relationship Id="rId5" Type="http://schemas.openxmlformats.org/officeDocument/2006/relationships/image" Target="../media/image14.png"/><Relationship Id="rId6" Type="http://schemas.openxmlformats.org/officeDocument/2006/relationships/image" Target="../media/image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vk.com/lacirearomatiqueschool" TargetMode="External"/><Relationship Id="rId4" Type="http://schemas.openxmlformats.org/officeDocument/2006/relationships/hyperlink" Target="https://www.wildberries.ru/brands/5316092-lacire" TargetMode="External"/><Relationship Id="rId5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ctrTitle"/>
          </p:nvPr>
        </p:nvSpPr>
        <p:spPr>
          <a:xfrm>
            <a:off x="334111" y="1572100"/>
            <a:ext cx="4009200" cy="28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Times New Roman"/>
                <a:ea typeface="Times New Roman"/>
                <a:cs typeface="Times New Roman"/>
                <a:sym typeface="Times New Roman"/>
              </a:rPr>
              <a:t>КОММЕРЧЕСКОЕ</a:t>
            </a:r>
            <a:r>
              <a:rPr lang="en" sz="3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ПРЕДЛОЖЕНИЕ</a:t>
            </a:r>
            <a:endParaRPr sz="3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8"/>
          <p:cNvSpPr txBox="1"/>
          <p:nvPr>
            <p:ph idx="1" type="subTitle"/>
          </p:nvPr>
        </p:nvSpPr>
        <p:spPr>
          <a:xfrm>
            <a:off x="334100" y="2803600"/>
            <a:ext cx="4009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АРОМАТИЧЕСКИЕ ИЗДЕЛИЯ ДЛЯ ВАШЕГО БИЗНЕСА ОТ РОССИЙСКОГО ПРОИЗВОДИТЕЛЯ КРАФТОВЫХ ИЗДЕЛИЙ </a:t>
            </a:r>
            <a:r>
              <a:rPr b="1" lang="en"/>
              <a:t>LACIRE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8"/>
          <p:cNvPicPr preferRelativeResize="0"/>
          <p:nvPr/>
        </p:nvPicPr>
        <p:blipFill rotWithShape="1">
          <a:blip r:embed="rId3">
            <a:alphaModFix/>
          </a:blip>
          <a:srcRect b="0" l="15474" r="15474" t="0"/>
          <a:stretch/>
        </p:blipFill>
        <p:spPr>
          <a:xfrm>
            <a:off x="5256525" y="1115925"/>
            <a:ext cx="3288900" cy="3571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73" name="Google Shape;173;p28"/>
          <p:cNvPicPr preferRelativeResize="0"/>
          <p:nvPr/>
        </p:nvPicPr>
        <p:blipFill rotWithShape="1">
          <a:blip r:embed="rId4">
            <a:alphaModFix/>
          </a:blip>
          <a:srcRect b="31652" l="0" r="0" t="0"/>
          <a:stretch/>
        </p:blipFill>
        <p:spPr>
          <a:xfrm>
            <a:off x="3920375" y="424600"/>
            <a:ext cx="130325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8"/>
          <p:cNvSpPr txBox="1"/>
          <p:nvPr/>
        </p:nvSpPr>
        <p:spPr>
          <a:xfrm>
            <a:off x="5505900" y="40968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" name="Google Shape;175;p28"/>
          <p:cNvCxnSpPr/>
          <p:nvPr/>
        </p:nvCxnSpPr>
        <p:spPr>
          <a:xfrm>
            <a:off x="4712475" y="1411200"/>
            <a:ext cx="12900" cy="329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638900" y="535000"/>
            <a:ext cx="7713900" cy="6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 БРЕНДЕ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9"/>
          <p:cNvSpPr txBox="1"/>
          <p:nvPr/>
        </p:nvSpPr>
        <p:spPr>
          <a:xfrm>
            <a:off x="384725" y="1379675"/>
            <a:ext cx="4622400" cy="1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Приветствую, я Кристина Журавская - основатель бренда </a:t>
            </a:r>
            <a:r>
              <a:rPr b="1" lang="en" sz="1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LACIRE</a:t>
            </a:r>
            <a:endParaRPr b="1"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Мы создаем ароматическую продукцию собственного производства и наполняем ароматами, теплотой и уникальной атмосферой пространства наших клиентов c 2021 года. Каждый продукт изготавливается вручную, с вниманием к деталям и высоким качеством </a:t>
            </a:r>
            <a:r>
              <a:rPr lang="en" sz="1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ингредиентов</a:t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Хотим предложить вам сотрудничество с нашим брендом в разных форматах</a:t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82" name="Google Shape;182;p29" title="IMG_076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602301" y="421225"/>
            <a:ext cx="3541699" cy="47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708725" y="196975"/>
            <a:ext cx="8151000" cy="6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</a:t>
            </a: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СОТРУДНИЧЕСТВА</a:t>
            </a:r>
            <a:endParaRPr sz="3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30"/>
          <p:cNvSpPr txBox="1"/>
          <p:nvPr/>
        </p:nvSpPr>
        <p:spPr>
          <a:xfrm>
            <a:off x="282775" y="1160850"/>
            <a:ext cx="8448600" cy="30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АССОРТИМЕНТ</a:t>
            </a: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- широкий ассортимент продуктов и ароматов, что позволяет выбрать всё в одном месте и расширить ассортимент своей витрины/магазина, а также собрать уникальные подарочные боксы на любую сумму 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БЕЗОПАСНОСТЬ</a:t>
            </a: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- мы работаем официально по договору, на всю продукцию оформлена необходимая документация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ПЕРСОНАЛЬНЫЙ ПОДХОД</a:t>
            </a: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- готовность работать со срочными маленькими и крупными заказами от 200 единиц. Мы предлагаем разработку уникального продукта «под ключ»: от аромата и дизайна до упаковки и готового набора. Такой подарок становится частью фирменного стиля компании и подчеркивает ее ценности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А также:</a:t>
            </a:r>
            <a:endParaRPr b="1"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-"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скидки на оптовые партии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-"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бесплатные образцы ароматов при первом заказе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-"/>
            </a:pPr>
            <a:r>
              <a:rPr lang="en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индивидуальные условия для постоянных партнеров 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 u="sng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00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715100" y="535000"/>
            <a:ext cx="7713900" cy="6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ВАРИАНТЫ СОТРУДНИЧЕСТВА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384725" y="1379675"/>
            <a:ext cx="4237500" cy="1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-3111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lbert Sans"/>
              <a:buAutoNum type="arabicPeriod"/>
            </a:pPr>
            <a:r>
              <a:rPr b="1"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РЕАЛИЗАЦИЯ НАШЕЙ ПРОДУКЦИИ </a:t>
            </a: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НА ВАШЕЙ ПЛОЩАДКЕ И ЗАРАБОТОК ОТ 15% ЗА ЕДИНИЦУ ПРОДУКТА, ГИБКИЕ УСЛОВИЯ</a:t>
            </a:r>
            <a:endParaRPr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lbert Sans"/>
              <a:buAutoNum type="arabicPeriod"/>
            </a:pPr>
            <a:r>
              <a:rPr b="1"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ПРОДУКЦИЯ ПОД ВАШИМ БРЕНДОМ - </a:t>
            </a: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СОЗДАНИЕ ПРОДУКТА ПОД КЛЮЧ</a:t>
            </a:r>
            <a:r>
              <a:rPr b="1"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ДЛЯ </a:t>
            </a: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УВЕЛИЧЕНИЯ</a:t>
            </a: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ПРИБЫЛИ И РАСШИРЕНИЯ АССОРТИМЕНТА </a:t>
            </a: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ВОСТРЕБОВАННЫМИ</a:t>
            </a: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ТОВАРАМИ</a:t>
            </a:r>
            <a:endParaRPr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lbert Sans"/>
              <a:buAutoNum type="arabicPeriod"/>
            </a:pPr>
            <a:r>
              <a:rPr b="1"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КОРПОРАТИВНЫЕ ПОДАРКИ ДЛЯ ВАШИХ КЛИЕНТОВ И ПАРТНЕРОВ</a:t>
            </a: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- КАК ЕДИНИЦЫ ТОВАРА, ТАК И СОБРАННЫХ БОКСОВ ПО ВЫГОДНЫМ ЦЕНАМ С БРЕНДИРОВАНИЕМ</a:t>
            </a:r>
            <a:endParaRPr sz="13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95" name="Google Shape;195;p31" title="Снимок экрана 2025-10-02 в 10.31.33.png"/>
          <p:cNvPicPr preferRelativeResize="0"/>
          <p:nvPr/>
        </p:nvPicPr>
        <p:blipFill rotWithShape="1">
          <a:blip r:embed="rId3">
            <a:alphaModFix/>
          </a:blip>
          <a:srcRect b="0" l="719" r="719" t="0"/>
          <a:stretch/>
        </p:blipFill>
        <p:spPr>
          <a:xfrm>
            <a:off x="5154575" y="1480050"/>
            <a:ext cx="3203100" cy="316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715050" y="2596800"/>
            <a:ext cx="34374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01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02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03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04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05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06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07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08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09</a:t>
            </a:r>
            <a:endParaRPr sz="2800"/>
          </a:p>
        </p:txBody>
      </p:sp>
      <p:sp>
        <p:nvSpPr>
          <p:cNvPr id="201" name="Google Shape;201;p32"/>
          <p:cNvSpPr txBox="1"/>
          <p:nvPr>
            <p:ph idx="3" type="title"/>
          </p:nvPr>
        </p:nvSpPr>
        <p:spPr>
          <a:xfrm>
            <a:off x="410250" y="163800"/>
            <a:ext cx="7713900" cy="6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АССОРТИМЕНТ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32"/>
          <p:cNvSpPr txBox="1"/>
          <p:nvPr>
            <p:ph idx="9" type="subTitle"/>
          </p:nvPr>
        </p:nvSpPr>
        <p:spPr>
          <a:xfrm>
            <a:off x="1272475" y="4327325"/>
            <a:ext cx="3437400" cy="54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АРОМАСВЕЧИ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АРОМАСАШЕ ИЗ ВОСКА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АРОМАСАШЕ ИЗ ГИПСА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МЕЛТС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ТВЕРДЫЕ ДУХИ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ЖИДКИЙ ПАРФЮМ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АВТОПАРФЮМ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ДИФФУЗОР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ИНТЕРЬЕРНЫЙ СПРЕЙ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3" name="Google Shape;203;p32"/>
          <p:cNvPicPr preferRelativeResize="0"/>
          <p:nvPr/>
        </p:nvPicPr>
        <p:blipFill rotWithShape="1">
          <a:blip r:embed="rId3">
            <a:alphaModFix/>
          </a:blip>
          <a:srcRect b="0" l="15472" r="27916" t="25473"/>
          <a:stretch/>
        </p:blipFill>
        <p:spPr>
          <a:xfrm>
            <a:off x="4472550" y="486825"/>
            <a:ext cx="1221000" cy="120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04" name="Google Shape;204;p32"/>
          <p:cNvPicPr preferRelativeResize="0"/>
          <p:nvPr/>
        </p:nvPicPr>
        <p:blipFill rotWithShape="1">
          <a:blip r:embed="rId4">
            <a:alphaModFix/>
          </a:blip>
          <a:srcRect b="0" l="16083" r="16083" t="0"/>
          <a:stretch/>
        </p:blipFill>
        <p:spPr>
          <a:xfrm rot="5400000">
            <a:off x="4458975" y="3400975"/>
            <a:ext cx="1294800" cy="127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05" name="Google Shape;205;p32" title="Tezza-0343.JPG"/>
          <p:cNvPicPr preferRelativeResize="0"/>
          <p:nvPr/>
        </p:nvPicPr>
        <p:blipFill rotWithShape="1">
          <a:blip r:embed="rId5">
            <a:alphaModFix/>
          </a:blip>
          <a:srcRect b="16966" l="0" r="0" t="16966"/>
          <a:stretch/>
        </p:blipFill>
        <p:spPr>
          <a:xfrm>
            <a:off x="6205050" y="502575"/>
            <a:ext cx="1189200" cy="1173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06" name="Google Shape;206;p32"/>
          <p:cNvPicPr preferRelativeResize="0"/>
          <p:nvPr/>
        </p:nvPicPr>
        <p:blipFill rotWithShape="1">
          <a:blip r:embed="rId6">
            <a:alphaModFix/>
          </a:blip>
          <a:srcRect b="22696" l="0" r="14119" t="11953"/>
          <a:stretch/>
        </p:blipFill>
        <p:spPr>
          <a:xfrm>
            <a:off x="4438200" y="1886213"/>
            <a:ext cx="1289700" cy="12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07" name="Google Shape;207;p32" title="безымянный-8177.JPG"/>
          <p:cNvPicPr preferRelativeResize="0"/>
          <p:nvPr/>
        </p:nvPicPr>
        <p:blipFill rotWithShape="1">
          <a:blip r:embed="rId7">
            <a:alphaModFix/>
          </a:blip>
          <a:srcRect b="17092" l="0" r="0" t="17092"/>
          <a:stretch/>
        </p:blipFill>
        <p:spPr>
          <a:xfrm>
            <a:off x="6205050" y="1915300"/>
            <a:ext cx="1234800" cy="1218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08" name="Google Shape;208;p32" title="IMG_3287.JPG"/>
          <p:cNvPicPr preferRelativeResize="0"/>
          <p:nvPr/>
        </p:nvPicPr>
        <p:blipFill rotWithShape="1">
          <a:blip r:embed="rId8">
            <a:alphaModFix/>
          </a:blip>
          <a:srcRect b="0" l="11999" r="12007" t="0"/>
          <a:stretch/>
        </p:blipFill>
        <p:spPr>
          <a:xfrm rot="-5400000">
            <a:off x="7812475" y="3446075"/>
            <a:ext cx="1251300" cy="1234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09" name="Google Shape;209;p32" title="Снимок экрана 2025-10-02 в 09.55.27.png"/>
          <p:cNvPicPr preferRelativeResize="0"/>
          <p:nvPr/>
        </p:nvPicPr>
        <p:blipFill rotWithShape="1">
          <a:blip r:embed="rId9">
            <a:alphaModFix/>
          </a:blip>
          <a:srcRect b="0" l="278" r="269" t="0"/>
          <a:stretch/>
        </p:blipFill>
        <p:spPr>
          <a:xfrm>
            <a:off x="6154800" y="3427018"/>
            <a:ext cx="1289700" cy="12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10" name="Google Shape;210;p32" title="DSC01626.JPG"/>
          <p:cNvPicPr preferRelativeResize="0"/>
          <p:nvPr/>
        </p:nvPicPr>
        <p:blipFill rotWithShape="1">
          <a:blip r:embed="rId10">
            <a:alphaModFix/>
          </a:blip>
          <a:srcRect b="0" l="16082" r="16089" t="0"/>
          <a:stretch/>
        </p:blipFill>
        <p:spPr>
          <a:xfrm rot="5400000">
            <a:off x="7767625" y="1860875"/>
            <a:ext cx="1341000" cy="1323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11" name="Google Shape;211;p32" title="184A1233.jpg"/>
          <p:cNvPicPr preferRelativeResize="0"/>
          <p:nvPr/>
        </p:nvPicPr>
        <p:blipFill rotWithShape="1">
          <a:blip r:embed="rId11">
            <a:alphaModFix/>
          </a:blip>
          <a:srcRect b="17115" l="0" r="0" t="17108"/>
          <a:stretch/>
        </p:blipFill>
        <p:spPr>
          <a:xfrm>
            <a:off x="7843525" y="502587"/>
            <a:ext cx="1189200" cy="1173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645275" y="-1092600"/>
            <a:ext cx="4455600" cy="22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АРОМАСВЕЧИ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33"/>
          <p:cNvSpPr txBox="1"/>
          <p:nvPr>
            <p:ph idx="1" type="subTitle"/>
          </p:nvPr>
        </p:nvSpPr>
        <p:spPr>
          <a:xfrm>
            <a:off x="722675" y="1567350"/>
            <a:ext cx="4039800" cy="16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Ароматическая свеча в банке: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об</a:t>
            </a:r>
            <a:r>
              <a:rPr lang="en"/>
              <a:t>ъем - </a:t>
            </a:r>
            <a:r>
              <a:rPr lang="en"/>
              <a:t>100 мл </a:t>
            </a:r>
            <a:r>
              <a:rPr lang="en" sz="1500"/>
              <a:t>(вид тары на выбор)</a:t>
            </a:r>
            <a:endParaRPr sz="15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растительный воск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фитиль на выбор - хлопок/дерево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аромат на выбор из каталога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время горения 15 часов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*упаковка не включена в стоимость, 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добавляется опционально при необходимости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33"/>
          <p:cNvPicPr preferRelativeResize="0"/>
          <p:nvPr/>
        </p:nvPicPr>
        <p:blipFill rotWithShape="1">
          <a:blip r:embed="rId3">
            <a:alphaModFix/>
          </a:blip>
          <a:srcRect b="0" l="15472" r="27916" t="25473"/>
          <a:stretch/>
        </p:blipFill>
        <p:spPr>
          <a:xfrm>
            <a:off x="4965925" y="711200"/>
            <a:ext cx="3662400" cy="361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592825" y="-979850"/>
            <a:ext cx="4546800" cy="22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АРОМАСАШЕ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34"/>
          <p:cNvSpPr txBox="1"/>
          <p:nvPr>
            <p:ph idx="1" type="subTitle"/>
          </p:nvPr>
        </p:nvSpPr>
        <p:spPr>
          <a:xfrm>
            <a:off x="646625" y="1593275"/>
            <a:ext cx="4160400" cy="16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Форма ромб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Вес 35 грамм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растительный воск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цвет/глиттер/декор на выбор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аромат на выбор из каталога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время ароматизации более 90 дней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упаковка в БОПП пакет входит в стоимость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*упаковка не включена в стоимость, 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добавляется опционально при необходимости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34" title="IMG_3287.JPG"/>
          <p:cNvPicPr preferRelativeResize="0"/>
          <p:nvPr/>
        </p:nvPicPr>
        <p:blipFill rotWithShape="1">
          <a:blip r:embed="rId3">
            <a:alphaModFix/>
          </a:blip>
          <a:srcRect b="0" l="11999" r="12007" t="0"/>
          <a:stretch/>
        </p:blipFill>
        <p:spPr>
          <a:xfrm rot="-5400000">
            <a:off x="4943250" y="647700"/>
            <a:ext cx="3899100" cy="384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592825" y="-979850"/>
            <a:ext cx="4546800" cy="22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ГИПСОВОЕ АРОМАСАШЕ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35"/>
          <p:cNvSpPr txBox="1"/>
          <p:nvPr>
            <p:ph idx="1" type="subTitle"/>
          </p:nvPr>
        </p:nvSpPr>
        <p:spPr>
          <a:xfrm>
            <a:off x="646625" y="1593275"/>
            <a:ext cx="4160400" cy="16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Форма круг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вес 30 грамм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гипс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аромат на выбор из каталога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время ароматизации более 60 дней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упаковка в БОПП пакет входит в стоимость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*упаковка не включена в стоимость, 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добавляется опционально при необходимости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35" title="DSC01626.JPG"/>
          <p:cNvPicPr preferRelativeResize="0"/>
          <p:nvPr/>
        </p:nvPicPr>
        <p:blipFill rotWithShape="1">
          <a:blip r:embed="rId3">
            <a:alphaModFix/>
          </a:blip>
          <a:srcRect b="0" l="16082" r="16089" t="0"/>
          <a:stretch/>
        </p:blipFill>
        <p:spPr>
          <a:xfrm rot="5400000">
            <a:off x="4943250" y="647700"/>
            <a:ext cx="3899100" cy="384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>
            <p:ph type="title"/>
          </p:nvPr>
        </p:nvSpPr>
        <p:spPr>
          <a:xfrm>
            <a:off x="592825" y="-979850"/>
            <a:ext cx="4546800" cy="22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МЕЛТС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36"/>
          <p:cNvSpPr txBox="1"/>
          <p:nvPr>
            <p:ph idx="1" type="subTitle"/>
          </p:nvPr>
        </p:nvSpPr>
        <p:spPr>
          <a:xfrm>
            <a:off x="646625" y="1593275"/>
            <a:ext cx="4160400" cy="16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Мелтс - для ароматизации белья/аромалампы: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6 кубиков</a:t>
            </a:r>
            <a:r>
              <a:rPr lang="en"/>
              <a:t> - 65 грамм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растительный воск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цвет/глиттер на выбор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аромат на выбор из каталога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время ароматизации более 90 дней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*упаковка не включена в стоимость, 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добавляется опционально при необходимости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9" name="Google Shape;239;p36" title="Tezza-0343.JPG"/>
          <p:cNvPicPr preferRelativeResize="0"/>
          <p:nvPr/>
        </p:nvPicPr>
        <p:blipFill rotWithShape="1">
          <a:blip r:embed="rId3">
            <a:alphaModFix/>
          </a:blip>
          <a:srcRect b="16966" l="0" r="0" t="16966"/>
          <a:stretch/>
        </p:blipFill>
        <p:spPr>
          <a:xfrm>
            <a:off x="4943250" y="647700"/>
            <a:ext cx="3899100" cy="384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7"/>
          <p:cNvSpPr txBox="1"/>
          <p:nvPr>
            <p:ph type="title"/>
          </p:nvPr>
        </p:nvSpPr>
        <p:spPr>
          <a:xfrm>
            <a:off x="660275" y="-1193100"/>
            <a:ext cx="4039800" cy="22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ТВЕРДЫЕ </a:t>
            </a: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ДУХИ</a:t>
            </a:r>
            <a:endParaRPr sz="3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37"/>
          <p:cNvSpPr txBox="1"/>
          <p:nvPr>
            <p:ph idx="1" type="subTitle"/>
          </p:nvPr>
        </p:nvSpPr>
        <p:spPr>
          <a:xfrm>
            <a:off x="617900" y="1478975"/>
            <a:ext cx="4039800" cy="16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Твердый парфюм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черный/белый стик 5 грамм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состав из растительных инг-ов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аромат на выбор из каталога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время ароматизации до 4-х часов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есть декларация соответствия и маркировка ЧЗ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упаковка в БОПП пакет входит в стоимость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*упаковка не включена в стоимость, 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добавляется опционально при необходимости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37"/>
          <p:cNvPicPr preferRelativeResize="0"/>
          <p:nvPr/>
        </p:nvPicPr>
        <p:blipFill rotWithShape="1">
          <a:blip r:embed="rId3">
            <a:alphaModFix/>
          </a:blip>
          <a:srcRect b="22696" l="0" r="14119" t="11953"/>
          <a:stretch/>
        </p:blipFill>
        <p:spPr>
          <a:xfrm>
            <a:off x="5136775" y="1002100"/>
            <a:ext cx="3639000" cy="359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8"/>
          <p:cNvSpPr txBox="1"/>
          <p:nvPr>
            <p:ph type="title"/>
          </p:nvPr>
        </p:nvSpPr>
        <p:spPr>
          <a:xfrm>
            <a:off x="660275" y="-1193100"/>
            <a:ext cx="4039800" cy="22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ЖИДКИЕ</a:t>
            </a: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ДУХИ</a:t>
            </a:r>
            <a:endParaRPr sz="3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38"/>
          <p:cNvSpPr txBox="1"/>
          <p:nvPr>
            <p:ph idx="1" type="subTitle"/>
          </p:nvPr>
        </p:nvSpPr>
        <p:spPr>
          <a:xfrm>
            <a:off x="617900" y="1478975"/>
            <a:ext cx="4039800" cy="16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Жидкий парфюм: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Об</a:t>
            </a:r>
            <a:r>
              <a:rPr lang="en"/>
              <a:t>ъем 10 мл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парфюмерная база (спиртовая) + парфюмерная композиция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аромат на выбор из каталога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есть маркировка ЧЗ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*упаковка не включена в стоимость, 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добавляется опционально при необходимости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38" title="Снимок экрана 2025-10-02 в 09.55.27.png"/>
          <p:cNvPicPr preferRelativeResize="0"/>
          <p:nvPr/>
        </p:nvPicPr>
        <p:blipFill rotWithShape="1">
          <a:blip r:embed="rId3">
            <a:alphaModFix/>
          </a:blip>
          <a:srcRect b="0" l="278" r="269" t="0"/>
          <a:stretch/>
        </p:blipFill>
        <p:spPr>
          <a:xfrm>
            <a:off x="5136775" y="1002100"/>
            <a:ext cx="3639000" cy="359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9"/>
          <p:cNvSpPr txBox="1"/>
          <p:nvPr>
            <p:ph type="title"/>
          </p:nvPr>
        </p:nvSpPr>
        <p:spPr>
          <a:xfrm>
            <a:off x="592500" y="-1179875"/>
            <a:ext cx="5597700" cy="21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АВТОПАРФЮМ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39"/>
          <p:cNvSpPr txBox="1"/>
          <p:nvPr>
            <p:ph idx="1" type="subTitle"/>
          </p:nvPr>
        </p:nvSpPr>
        <p:spPr>
          <a:xfrm>
            <a:off x="418300" y="1138650"/>
            <a:ext cx="4039800" cy="16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Ароматизатор для авто: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флакон 7 мл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дизайн и цвет флакона на выбор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безопасный состав, японская и бельгийская основа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аромат на выбор из каталога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средний срок использования - 2 месяца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*упаковка не включена в стоимость, 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добавляется опционально при необходимости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39"/>
          <p:cNvPicPr preferRelativeResize="0"/>
          <p:nvPr/>
        </p:nvPicPr>
        <p:blipFill rotWithShape="1">
          <a:blip r:embed="rId3">
            <a:alphaModFix/>
          </a:blip>
          <a:srcRect b="13359" l="0" r="0" t="13359"/>
          <a:stretch/>
        </p:blipFill>
        <p:spPr>
          <a:xfrm>
            <a:off x="4697950" y="759375"/>
            <a:ext cx="3796800" cy="3746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/>
          <p:nvPr>
            <p:ph type="title"/>
          </p:nvPr>
        </p:nvSpPr>
        <p:spPr>
          <a:xfrm>
            <a:off x="592500" y="-1179875"/>
            <a:ext cx="5597700" cy="21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ДИФФУЗОР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40"/>
          <p:cNvSpPr txBox="1"/>
          <p:nvPr>
            <p:ph idx="1" type="subTitle"/>
          </p:nvPr>
        </p:nvSpPr>
        <p:spPr>
          <a:xfrm>
            <a:off x="418300" y="1138650"/>
            <a:ext cx="4039800" cy="16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Диффузор для помещения: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флакон 50 мл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цвет флакона на выбор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безопасный состав, японская и бельгийская основа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аромат на выбор из каталога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средний срок использования - 2 месяца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*упаковка не включена в стоимость, 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добавляется опционально при необходимости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40" title="безымянный-8177.JPG"/>
          <p:cNvPicPr preferRelativeResize="0"/>
          <p:nvPr/>
        </p:nvPicPr>
        <p:blipFill rotWithShape="1">
          <a:blip r:embed="rId3">
            <a:alphaModFix/>
          </a:blip>
          <a:srcRect b="17092" l="0" r="0" t="17092"/>
          <a:stretch/>
        </p:blipFill>
        <p:spPr>
          <a:xfrm>
            <a:off x="4697950" y="759375"/>
            <a:ext cx="3796800" cy="3746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type="title"/>
          </p:nvPr>
        </p:nvSpPr>
        <p:spPr>
          <a:xfrm>
            <a:off x="565125" y="-906100"/>
            <a:ext cx="5597700" cy="21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ИНТЕРЬЕРНЫЙ</a:t>
            </a:r>
            <a:endParaRPr sz="3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СПРЕЙ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41"/>
          <p:cNvSpPr txBox="1"/>
          <p:nvPr>
            <p:ph idx="1" type="subTitle"/>
          </p:nvPr>
        </p:nvSpPr>
        <p:spPr>
          <a:xfrm>
            <a:off x="418300" y="1138650"/>
            <a:ext cx="4039800" cy="16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Рум-спрей для помещений/текстиля: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флакон 100 мл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цвет флакона на выбор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безопасный состав на водной основе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аромат на выбор из каталога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средний срок использования - 3 месяца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*упаковка не включена в стоимость, 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добавляется опционально при необходимости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41" title="184A1233.jpg"/>
          <p:cNvPicPr preferRelativeResize="0"/>
          <p:nvPr/>
        </p:nvPicPr>
        <p:blipFill rotWithShape="1">
          <a:blip r:embed="rId3">
            <a:alphaModFix/>
          </a:blip>
          <a:srcRect b="17115" l="0" r="0" t="17108"/>
          <a:stretch/>
        </p:blipFill>
        <p:spPr>
          <a:xfrm>
            <a:off x="4943250" y="647700"/>
            <a:ext cx="3899100" cy="384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715050" y="207000"/>
            <a:ext cx="7713900" cy="6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КАТАЛОГ АРОМАТОВ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42"/>
          <p:cNvSpPr txBox="1"/>
          <p:nvPr>
            <p:ph idx="1" type="subTitle"/>
          </p:nvPr>
        </p:nvSpPr>
        <p:spPr>
          <a:xfrm>
            <a:off x="682350" y="2075688"/>
            <a:ext cx="5351100" cy="6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/>
              <a:t>ФРАНЦУЗСКИЕ АРОМАТЫ ПО МОТИВАМ:</a:t>
            </a:r>
            <a:endParaRPr b="1" sz="11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Аромат 1  - Zielinski &amp; Rozen - Black Pepper &amp; Amber, Neroli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Аромат 2 - TOM FORD - Tobacco Vanille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Аромат 3 - FRANCIS KURKDJIAN - Baccarat Rouge 540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Аромат 4 - ZARKOPERFUME - PINK MO</a:t>
            </a:r>
            <a:r>
              <a:rPr lang="en" sz="1100"/>
              <a:t>LЕ</a:t>
            </a:r>
            <a:r>
              <a:rPr lang="en" sz="1100"/>
              <a:t>CULE 090.09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Аромат 5 - MONTALE - Arabians Tonka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Аромат 6 - THOMAS KOSMALA - No 4 Apres L'Amour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Аромат 7 - BYREDO - Bal D'Afrique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Аромат 8  - Zielinski &amp; Rozen - Black Pepper &amp; Amber, Neroli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Аромат 9 - TOM FORD - Tobacco Vanille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Аромат 10 - Initio Prives Oud For Greatness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Аромат 11 - Initio - Atomic Rose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Аромат 12 - Byredo - la tulip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Аромат 13 - HFC - Devil`s intrigue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Аромат 14 - Initio Parfums Prives — Musk therapy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2"/>
          <p:cNvSpPr txBox="1"/>
          <p:nvPr/>
        </p:nvSpPr>
        <p:spPr>
          <a:xfrm>
            <a:off x="0" y="0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		 	 	 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C3C1B0"/>
                </a:highlight>
              </a:rPr>
              <a:t>				 			</a:t>
            </a:r>
            <a:endParaRPr sz="1100">
              <a:highlight>
                <a:srgbClr val="C3C1B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		</a:t>
            </a:r>
            <a:endParaRPr sz="1100"/>
          </a:p>
        </p:txBody>
      </p:sp>
      <p:sp>
        <p:nvSpPr>
          <p:cNvPr id="282" name="Google Shape;282;p42"/>
          <p:cNvSpPr txBox="1"/>
          <p:nvPr/>
        </p:nvSpPr>
        <p:spPr>
          <a:xfrm>
            <a:off x="682350" y="0"/>
            <a:ext cx="6489900" cy="20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		 	 	 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C3C1B0"/>
                </a:highlight>
              </a:rPr>
              <a:t>				</a:t>
            </a:r>
            <a:endParaRPr sz="1100">
              <a:highlight>
                <a:srgbClr val="C3C1B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C3C1B0"/>
                </a:highlight>
              </a:rPr>
              <a:t>				</a:t>
            </a:r>
            <a:r>
              <a:rPr lang="en" sz="1100">
                <a:highlight>
                  <a:srgbClr val="C3C1B0"/>
                </a:highlight>
              </a:rPr>
              <a:t>						</a:t>
            </a:r>
            <a:endParaRPr sz="1100">
              <a:highlight>
                <a:srgbClr val="C3C1B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highlight>
                <a:srgbClr val="C3C1B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У вас есть уникальная возможность подобрать свой аромат, который позволит раскрыть индивидуальность вашему бренду, а также задать настроение в зависимости от времени года, также мы можем изготовить для вас изделие с индивидуальным ароматом по запросу </a:t>
            </a:r>
            <a:endParaRPr sz="900"/>
          </a:p>
        </p:txBody>
      </p:sp>
      <p:sp>
        <p:nvSpPr>
          <p:cNvPr id="283" name="Google Shape;283;p42"/>
          <p:cNvSpPr txBox="1"/>
          <p:nvPr/>
        </p:nvSpPr>
        <p:spPr>
          <a:xfrm>
            <a:off x="4935275" y="2370350"/>
            <a:ext cx="38334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Аромат 15  - </a:t>
            </a: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Kilian — Good girl gone bad 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Аромат 16  - </a:t>
            </a: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Tom Ford — Black orchid 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Аромат 17 -</a:t>
            </a: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Zielinski &amp; Rozen Pink Pepper, Elemi, Cinnamon, Leather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Аромат 18 - </a:t>
            </a: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Tom Ford - Сherry smokе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Аромат 19 - </a:t>
            </a: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La Sultane de Saba Voyage Sur La Route Des Epices Ambre Vanille Patchouli 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Аромат 20 - Christian </a:t>
            </a: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Dior - J'adore classik 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Аромат 21 - </a:t>
            </a: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Zielinski &amp; Rozen Oakmoss &amp; Amber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Аромат 22  -</a:t>
            </a: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Essential Parfums Bois Imperial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/>
          <p:nvPr>
            <p:ph type="title"/>
          </p:nvPr>
        </p:nvSpPr>
        <p:spPr>
          <a:xfrm>
            <a:off x="715050" y="60975"/>
            <a:ext cx="7713900" cy="6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КАТАЛОГ АРОМАТОВ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43"/>
          <p:cNvSpPr txBox="1"/>
          <p:nvPr>
            <p:ph idx="7" type="subTitle"/>
          </p:nvPr>
        </p:nvSpPr>
        <p:spPr>
          <a:xfrm>
            <a:off x="800146" y="885375"/>
            <a:ext cx="2857500" cy="6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/>
              <a:t>ПРЕМИАЛЬНЫЕ АРОМАМАСЛА США:</a:t>
            </a:r>
            <a:endParaRPr b="1" sz="11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/>
              <a:t>Цветочные</a:t>
            </a:r>
            <a:endParaRPr b="1" sz="1100" u="sng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М</a:t>
            </a:r>
            <a:r>
              <a:rPr lang="en" sz="1100"/>
              <a:t>агнолия и пион 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Лаванда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Белый ирис и сандал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Богемская</a:t>
            </a:r>
            <a:r>
              <a:rPr lang="en" sz="1100"/>
              <a:t> роза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Нектар лунного цветка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Фиалка и шафран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/>
              <a:t>Фруктовые</a:t>
            </a:r>
            <a:endParaRPr b="1" sz="1100" u="sng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Абрикосовая роща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Манго и кокосовое молоко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Белая смородина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/>
              <a:t>Цитрусовые</a:t>
            </a:r>
            <a:endParaRPr b="1" sz="1100" u="sng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Грейпфрут и мята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Апельсиновый помандер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Юдзу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 u="sng"/>
              <a:t>Если вы не нашли нужный аромат в списке, </a:t>
            </a:r>
            <a:r>
              <a:rPr b="1" lang="en" sz="700" u="sng"/>
              <a:t>свяжитесь</a:t>
            </a:r>
            <a:r>
              <a:rPr b="1" lang="en" sz="700" u="sng"/>
              <a:t> с нами, мы сможем подобрать для вас любой аромат в индивидуальном формате</a:t>
            </a:r>
            <a:endParaRPr b="1" sz="7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90" name="Google Shape;290;p43"/>
          <p:cNvSpPr txBox="1"/>
          <p:nvPr/>
        </p:nvSpPr>
        <p:spPr>
          <a:xfrm>
            <a:off x="0" y="-146025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		 	 	 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			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C3C1B0"/>
                </a:highlight>
              </a:rPr>
              <a:t>				 			</a:t>
            </a:r>
            <a:endParaRPr sz="1100">
              <a:highlight>
                <a:srgbClr val="C3C1B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		</a:t>
            </a:r>
            <a:endParaRPr sz="1100"/>
          </a:p>
        </p:txBody>
      </p:sp>
      <p:sp>
        <p:nvSpPr>
          <p:cNvPr id="291" name="Google Shape;291;p43"/>
          <p:cNvSpPr txBox="1"/>
          <p:nvPr/>
        </p:nvSpPr>
        <p:spPr>
          <a:xfrm>
            <a:off x="3411500" y="1429775"/>
            <a:ext cx="3000000" cy="28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Пряные</a:t>
            </a:r>
            <a:endParaRPr b="1" sz="1100" u="sng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Яблоко и корица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Рынок марракеша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Штрудель  специи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Сантал и кокос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Древесные</a:t>
            </a:r>
            <a:endParaRPr b="1" sz="1100" u="sng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Библиотека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Тонка и уд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Пало - санто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Травяные </a:t>
            </a:r>
            <a:endParaRPr b="1" sz="1100" u="sng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Свежескошанная трава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2" name="Google Shape;292;p43"/>
          <p:cNvSpPr txBox="1"/>
          <p:nvPr/>
        </p:nvSpPr>
        <p:spPr>
          <a:xfrm>
            <a:off x="5674750" y="1429775"/>
            <a:ext cx="3000000" cy="3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Гурманские</a:t>
            </a:r>
            <a:endParaRPr b="1" sz="1100" u="sng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Лимонный пирог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Гранат и ваниль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Табак и карамель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Золотая ваниль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Морские/свежие</a:t>
            </a:r>
            <a:endParaRPr b="1" sz="1100" u="sng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Черное море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Морская соль и орхидея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Хлопок и ирис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Новогодние</a:t>
            </a:r>
            <a:endParaRPr b="1" sz="1100" u="sng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Пихта фрейзера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Рождественский очаг 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Клюквенный лес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Имбирный пряник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lbert Sans"/>
              <a:buChar char="-"/>
            </a:pPr>
            <a:r>
              <a:rPr lang="en" sz="11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Глинтвейн</a:t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4"/>
          <p:cNvSpPr txBox="1"/>
          <p:nvPr>
            <p:ph idx="1" type="body"/>
          </p:nvPr>
        </p:nvSpPr>
        <p:spPr>
          <a:xfrm>
            <a:off x="759325" y="1306825"/>
            <a:ext cx="30408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Мы предлагаем возможность добавить ваш логотип на типографию, сделать индивидуальный дизайн, чтобы ваш бренд жил в сердцах ваших клиентов и партнеров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	 	 		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			 		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4"/>
          <p:cNvSpPr txBox="1"/>
          <p:nvPr>
            <p:ph type="title"/>
          </p:nvPr>
        </p:nvSpPr>
        <p:spPr>
          <a:xfrm>
            <a:off x="699850" y="275925"/>
            <a:ext cx="76125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БРЕНДИРОВАНИЕ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44"/>
          <p:cNvSpPr txBox="1"/>
          <p:nvPr/>
        </p:nvSpPr>
        <p:spPr>
          <a:xfrm>
            <a:off x="4904825" y="17164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0" name="Google Shape;300;p44"/>
          <p:cNvSpPr txBox="1"/>
          <p:nvPr/>
        </p:nvSpPr>
        <p:spPr>
          <a:xfrm>
            <a:off x="6966475" y="1716388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1" name="Google Shape;301;p44"/>
          <p:cNvSpPr txBox="1"/>
          <p:nvPr/>
        </p:nvSpPr>
        <p:spPr>
          <a:xfrm>
            <a:off x="4669325" y="44287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   </a:t>
            </a:r>
            <a:endParaRPr sz="10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2" name="Google Shape;302;p44"/>
          <p:cNvSpPr txBox="1"/>
          <p:nvPr/>
        </p:nvSpPr>
        <p:spPr>
          <a:xfrm>
            <a:off x="7052475" y="44340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        </a:t>
            </a:r>
            <a:endParaRPr sz="16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303" name="Google Shape;303;p44"/>
          <p:cNvPicPr preferRelativeResize="0"/>
          <p:nvPr/>
        </p:nvPicPr>
        <p:blipFill rotWithShape="1">
          <a:blip r:embed="rId3">
            <a:alphaModFix/>
          </a:blip>
          <a:srcRect b="13002" l="0" r="0" t="12995"/>
          <a:stretch/>
        </p:blipFill>
        <p:spPr>
          <a:xfrm>
            <a:off x="6618917" y="1196400"/>
            <a:ext cx="2316900" cy="2286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04" name="Google Shape;304;p44"/>
          <p:cNvPicPr preferRelativeResize="0"/>
          <p:nvPr/>
        </p:nvPicPr>
        <p:blipFill rotWithShape="1">
          <a:blip r:embed="rId4">
            <a:alphaModFix/>
          </a:blip>
          <a:srcRect b="13002" l="0" r="0" t="12995"/>
          <a:stretch/>
        </p:blipFill>
        <p:spPr>
          <a:xfrm>
            <a:off x="4107100" y="1196400"/>
            <a:ext cx="2275800" cy="224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05" name="Google Shape;305;p44"/>
          <p:cNvSpPr txBox="1"/>
          <p:nvPr/>
        </p:nvSpPr>
        <p:spPr>
          <a:xfrm>
            <a:off x="4014175" y="3612363"/>
            <a:ext cx="253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Брендированная наклейка на свечах для кафе MARSHA, Дагестан                   (тираж 200 шт.)</a:t>
            </a:r>
            <a:endParaRPr sz="600"/>
          </a:p>
        </p:txBody>
      </p:sp>
      <p:sp>
        <p:nvSpPr>
          <p:cNvPr id="306" name="Google Shape;306;p44"/>
          <p:cNvSpPr txBox="1"/>
          <p:nvPr/>
        </p:nvSpPr>
        <p:spPr>
          <a:xfrm>
            <a:off x="6508375" y="3614963"/>
            <a:ext cx="253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Брендированная инструкция на аромасаше для отеля АНИС, Москва                  (тираж 300 шт.)</a:t>
            </a:r>
            <a:endParaRPr sz="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5"/>
          <p:cNvSpPr txBox="1"/>
          <p:nvPr>
            <p:ph type="title"/>
          </p:nvPr>
        </p:nvSpPr>
        <p:spPr>
          <a:xfrm>
            <a:off x="592825" y="-979850"/>
            <a:ext cx="4546800" cy="224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АРОМАСАШЕ С ЛОГО</a:t>
            </a:r>
            <a:endParaRPr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45"/>
          <p:cNvSpPr txBox="1"/>
          <p:nvPr>
            <p:ph idx="1" type="subTitle"/>
          </p:nvPr>
        </p:nvSpPr>
        <p:spPr>
          <a:xfrm>
            <a:off x="646625" y="1593275"/>
            <a:ext cx="4160400" cy="16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Форма овал + лого бренда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материал - растительный воск или гипс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стоимость рассчитывается индивидуально в зависимости от количества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*упаковка не включена в стоимость, 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добавляется опционально при необходимости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45" title="DSC00996 2.png"/>
          <p:cNvPicPr preferRelativeResize="0"/>
          <p:nvPr/>
        </p:nvPicPr>
        <p:blipFill rotWithShape="1">
          <a:blip r:embed="rId3">
            <a:alphaModFix/>
          </a:blip>
          <a:srcRect b="12990" l="0" r="0" t="12990"/>
          <a:stretch/>
        </p:blipFill>
        <p:spPr>
          <a:xfrm>
            <a:off x="5437475" y="1135450"/>
            <a:ext cx="3405000" cy="336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6"/>
          <p:cNvSpPr txBox="1"/>
          <p:nvPr>
            <p:ph idx="1" type="body"/>
          </p:nvPr>
        </p:nvSpPr>
        <p:spPr>
          <a:xfrm>
            <a:off x="594850" y="932604"/>
            <a:ext cx="8367300" cy="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/>
              <a:t>Скидка предоставляется на заказ в зависимости от количества единиц</a:t>
            </a:r>
            <a:endParaRPr/>
          </a:p>
        </p:txBody>
      </p:sp>
      <p:sp>
        <p:nvSpPr>
          <p:cNvPr id="319" name="Google Shape;319;p46"/>
          <p:cNvSpPr txBox="1"/>
          <p:nvPr>
            <p:ph type="title"/>
          </p:nvPr>
        </p:nvSpPr>
        <p:spPr>
          <a:xfrm>
            <a:off x="715100" y="336875"/>
            <a:ext cx="76125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ОПТОВЫЕ УСЛОВИЯ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0" name="Google Shape;320;p46"/>
          <p:cNvPicPr preferRelativeResize="0"/>
          <p:nvPr/>
        </p:nvPicPr>
        <p:blipFill rotWithShape="1">
          <a:blip r:embed="rId3">
            <a:alphaModFix/>
          </a:blip>
          <a:srcRect b="0" l="15472" r="27916" t="25473"/>
          <a:stretch/>
        </p:blipFill>
        <p:spPr>
          <a:xfrm>
            <a:off x="715100" y="1757838"/>
            <a:ext cx="1096500" cy="1082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21" name="Google Shape;321;p46"/>
          <p:cNvPicPr preferRelativeResize="0"/>
          <p:nvPr/>
        </p:nvPicPr>
        <p:blipFill rotWithShape="1">
          <a:blip r:embed="rId4">
            <a:alphaModFix/>
          </a:blip>
          <a:srcRect b="0" l="16083" r="16083" t="0"/>
          <a:stretch/>
        </p:blipFill>
        <p:spPr>
          <a:xfrm rot="5400000">
            <a:off x="7109325" y="1746963"/>
            <a:ext cx="1078200" cy="106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22" name="Google Shape;322;p46"/>
          <p:cNvPicPr preferRelativeResize="0"/>
          <p:nvPr/>
        </p:nvPicPr>
        <p:blipFill rotWithShape="1">
          <a:blip r:embed="rId5">
            <a:alphaModFix/>
          </a:blip>
          <a:srcRect b="22696" l="0" r="14119" t="11953"/>
          <a:stretch/>
        </p:blipFill>
        <p:spPr>
          <a:xfrm>
            <a:off x="4817075" y="1738650"/>
            <a:ext cx="1135500" cy="112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23" name="Google Shape;323;p46"/>
          <p:cNvSpPr txBox="1"/>
          <p:nvPr/>
        </p:nvSpPr>
        <p:spPr>
          <a:xfrm>
            <a:off x="525200" y="2916025"/>
            <a:ext cx="3000000" cy="1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АРОМАСВЕЧИ 100 МЛ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 до 50 шт. - 850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51 до 100 шт. - 770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101 до 200 шт. - 700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201 шт. - 650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46"/>
          <p:cNvSpPr txBox="1"/>
          <p:nvPr/>
        </p:nvSpPr>
        <p:spPr>
          <a:xfrm>
            <a:off x="2740400" y="2916000"/>
            <a:ext cx="30000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МЕЛТС 6 КУБИКОВ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 до 50 шт. - 650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51 до 100 шт. - 590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101 до 200 шт. - 500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201 шт. - 450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46"/>
          <p:cNvSpPr txBox="1"/>
          <p:nvPr/>
        </p:nvSpPr>
        <p:spPr>
          <a:xfrm>
            <a:off x="4720150" y="2942200"/>
            <a:ext cx="30000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ТВЕРДЫЕ ДУХИ 5 ГР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 до 50 шт. - 550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51 до 100 шт. - 490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101 до 200 шт. - 400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201 шт. - 350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46"/>
          <p:cNvSpPr txBox="1"/>
          <p:nvPr/>
        </p:nvSpPr>
        <p:spPr>
          <a:xfrm>
            <a:off x="6960925" y="2917138"/>
            <a:ext cx="30000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АВТОПАРФЮМ 7 МЛ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 до 50 шт. - 550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51 до 100 шт. - 490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101 до 200 шт. - 400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201 шт. - 350 руб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46"/>
          <p:cNvSpPr txBox="1"/>
          <p:nvPr/>
        </p:nvSpPr>
        <p:spPr>
          <a:xfrm>
            <a:off x="594850" y="4478350"/>
            <a:ext cx="8130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Брендирование типографии (этикетка/инструкция логотипом)  в подарок от 50 штук </a:t>
            </a:r>
            <a:endParaRPr sz="900"/>
          </a:p>
        </p:txBody>
      </p:sp>
      <p:pic>
        <p:nvPicPr>
          <p:cNvPr id="328" name="Google Shape;328;p46" title="Tezza-0343.JPG"/>
          <p:cNvPicPr preferRelativeResize="0"/>
          <p:nvPr/>
        </p:nvPicPr>
        <p:blipFill rotWithShape="1">
          <a:blip r:embed="rId6">
            <a:alphaModFix/>
          </a:blip>
          <a:srcRect b="16966" l="0" r="0" t="16966"/>
          <a:stretch/>
        </p:blipFill>
        <p:spPr>
          <a:xfrm>
            <a:off x="2845447" y="1738788"/>
            <a:ext cx="1135500" cy="1120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7"/>
          <p:cNvSpPr txBox="1"/>
          <p:nvPr>
            <p:ph idx="1" type="body"/>
          </p:nvPr>
        </p:nvSpPr>
        <p:spPr>
          <a:xfrm>
            <a:off x="594850" y="932604"/>
            <a:ext cx="8367300" cy="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/>
              <a:t>Скидка предоставляется на заказ в зависимости от количества единиц</a:t>
            </a:r>
            <a:endParaRPr/>
          </a:p>
        </p:txBody>
      </p:sp>
      <p:sp>
        <p:nvSpPr>
          <p:cNvPr id="334" name="Google Shape;334;p47"/>
          <p:cNvSpPr txBox="1"/>
          <p:nvPr>
            <p:ph type="title"/>
          </p:nvPr>
        </p:nvSpPr>
        <p:spPr>
          <a:xfrm>
            <a:off x="715100" y="336875"/>
            <a:ext cx="76125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ОПТОВЫЕ УСЛОВИЯ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7"/>
          <p:cNvSpPr txBox="1"/>
          <p:nvPr/>
        </p:nvSpPr>
        <p:spPr>
          <a:xfrm>
            <a:off x="525200" y="2916025"/>
            <a:ext cx="3000000" cy="1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АРОМАСАШЕ ГИПС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 до 50 шт. - 550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51 до 100 шт. - 490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101 до 200 шт. - 400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201 шт. - 350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47"/>
          <p:cNvSpPr txBox="1"/>
          <p:nvPr/>
        </p:nvSpPr>
        <p:spPr>
          <a:xfrm>
            <a:off x="2740400" y="2916000"/>
            <a:ext cx="30000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АРОМАСАШЕ ВОСК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 до 50 шт. - 550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51 до 100 шт. - 490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101 до 200 шт. - 400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201 шт. - 350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47"/>
          <p:cNvSpPr txBox="1"/>
          <p:nvPr/>
        </p:nvSpPr>
        <p:spPr>
          <a:xfrm>
            <a:off x="4802275" y="2896800"/>
            <a:ext cx="30000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ЖИДКИЕ</a:t>
            </a: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ДУХИ 10 МЛ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 до 50 шт. - 750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51 до 100 шт. - 690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101 до 200 шт. - 600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201 шт. - 550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47"/>
          <p:cNvSpPr txBox="1"/>
          <p:nvPr/>
        </p:nvSpPr>
        <p:spPr>
          <a:xfrm>
            <a:off x="7161700" y="2904475"/>
            <a:ext cx="30000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ДИФФУЗОР 50 МЛ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 до 50 шт. - 1150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51 до 100 шт. - 1000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101 до 200 шт. - 900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201 шт. - 800 руб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47"/>
          <p:cNvSpPr txBox="1"/>
          <p:nvPr/>
        </p:nvSpPr>
        <p:spPr>
          <a:xfrm>
            <a:off x="594850" y="4478350"/>
            <a:ext cx="8130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Брендирование типографии (этикетка/инструкция логотипом)  в подарок от 50 штук</a:t>
            </a:r>
            <a:endParaRPr sz="900"/>
          </a:p>
        </p:txBody>
      </p:sp>
      <p:pic>
        <p:nvPicPr>
          <p:cNvPr id="340" name="Google Shape;340;p47" title="IMG_3287.JPG"/>
          <p:cNvPicPr preferRelativeResize="0"/>
          <p:nvPr/>
        </p:nvPicPr>
        <p:blipFill rotWithShape="1">
          <a:blip r:embed="rId3">
            <a:alphaModFix/>
          </a:blip>
          <a:srcRect b="0" l="11999" r="12007" t="0"/>
          <a:stretch/>
        </p:blipFill>
        <p:spPr>
          <a:xfrm rot="-5400000">
            <a:off x="2779425" y="1664150"/>
            <a:ext cx="1239300" cy="122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41" name="Google Shape;341;p47" title="DSC01626.JPG"/>
          <p:cNvPicPr preferRelativeResize="0"/>
          <p:nvPr/>
        </p:nvPicPr>
        <p:blipFill rotWithShape="1">
          <a:blip r:embed="rId4">
            <a:alphaModFix/>
          </a:blip>
          <a:srcRect b="0" l="16082" r="16089" t="0"/>
          <a:stretch/>
        </p:blipFill>
        <p:spPr>
          <a:xfrm rot="5400000">
            <a:off x="790175" y="1676150"/>
            <a:ext cx="1215000" cy="119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42" name="Google Shape;342;p47" title="Снимок экрана 2025-10-02 в 09.55.27.png"/>
          <p:cNvPicPr preferRelativeResize="0"/>
          <p:nvPr/>
        </p:nvPicPr>
        <p:blipFill rotWithShape="1">
          <a:blip r:embed="rId5">
            <a:alphaModFix/>
          </a:blip>
          <a:srcRect b="0" l="278" r="269" t="0"/>
          <a:stretch/>
        </p:blipFill>
        <p:spPr>
          <a:xfrm>
            <a:off x="5082025" y="1655903"/>
            <a:ext cx="1222800" cy="1206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43" name="Google Shape;343;p47" title="безымянный-8177.JPG"/>
          <p:cNvPicPr preferRelativeResize="0"/>
          <p:nvPr/>
        </p:nvPicPr>
        <p:blipFill rotWithShape="1">
          <a:blip r:embed="rId6">
            <a:alphaModFix/>
          </a:blip>
          <a:srcRect b="17092" l="0" r="0" t="17092"/>
          <a:stretch/>
        </p:blipFill>
        <p:spPr>
          <a:xfrm>
            <a:off x="7376375" y="1655900"/>
            <a:ext cx="1256100" cy="1239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 txBox="1"/>
          <p:nvPr>
            <p:ph idx="1" type="body"/>
          </p:nvPr>
        </p:nvSpPr>
        <p:spPr>
          <a:xfrm>
            <a:off x="594850" y="932604"/>
            <a:ext cx="8367300" cy="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/>
              <a:t>Скидка предоставляется на заказ в зависимости от количества единиц</a:t>
            </a:r>
            <a:endParaRPr/>
          </a:p>
        </p:txBody>
      </p:sp>
      <p:sp>
        <p:nvSpPr>
          <p:cNvPr id="349" name="Google Shape;349;p48"/>
          <p:cNvSpPr txBox="1"/>
          <p:nvPr>
            <p:ph type="title"/>
          </p:nvPr>
        </p:nvSpPr>
        <p:spPr>
          <a:xfrm>
            <a:off x="715100" y="336875"/>
            <a:ext cx="76125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ОПТОВЫЕ УСЛОВИЯ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48"/>
          <p:cNvSpPr txBox="1"/>
          <p:nvPr/>
        </p:nvSpPr>
        <p:spPr>
          <a:xfrm>
            <a:off x="525200" y="2916025"/>
            <a:ext cx="3000000" cy="1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РУМ-СПРЕЙ 100 МЛ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 до 50 шт. - 750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51 до 100 шт. - 690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101 до 200 шт. - 600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 201 шт. - 550 руб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48"/>
          <p:cNvSpPr txBox="1"/>
          <p:nvPr/>
        </p:nvSpPr>
        <p:spPr>
          <a:xfrm>
            <a:off x="594850" y="4478350"/>
            <a:ext cx="8130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Брендирование типографии (этикетка/инструкция логотипом)  в подарок от 50 штук</a:t>
            </a:r>
            <a:endParaRPr sz="900"/>
          </a:p>
        </p:txBody>
      </p:sp>
      <p:pic>
        <p:nvPicPr>
          <p:cNvPr id="352" name="Google Shape;352;p48" title="184A1233.jpg"/>
          <p:cNvPicPr preferRelativeResize="0"/>
          <p:nvPr/>
        </p:nvPicPr>
        <p:blipFill rotWithShape="1">
          <a:blip r:embed="rId3">
            <a:alphaModFix/>
          </a:blip>
          <a:srcRect b="17115" l="0" r="0" t="17108"/>
          <a:stretch/>
        </p:blipFill>
        <p:spPr>
          <a:xfrm>
            <a:off x="777375" y="1592025"/>
            <a:ext cx="1297200" cy="128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9"/>
          <p:cNvSpPr txBox="1"/>
          <p:nvPr>
            <p:ph idx="1" type="body"/>
          </p:nvPr>
        </p:nvSpPr>
        <p:spPr>
          <a:xfrm>
            <a:off x="486500" y="1341475"/>
            <a:ext cx="47820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Мы работаем с маленькими и крупными оптовыми заказами </a:t>
            </a:r>
            <a:endParaRPr sz="1500"/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Срок выполнения небольших заказов: </a:t>
            </a:r>
            <a:endParaRPr sz="1500"/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~ 10 рабочих дней</a:t>
            </a:r>
            <a:endParaRPr sz="1500"/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Срок выполнения оптовых заказов (от 201 шт): ~ 20 рабочих дней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</a:t>
            </a:r>
            <a:endParaRPr sz="1700"/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Доставка: в любой регион России - CDEK/5 POST/ЯНДЕКС/ПОЧТА РОССИИ - тарифы доставки определяются логистической компанией</a:t>
            </a:r>
            <a:endParaRPr/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69999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Самовывоз из студии - Москва, м. Аминьевская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9"/>
          <p:cNvSpPr txBox="1"/>
          <p:nvPr>
            <p:ph type="title"/>
          </p:nvPr>
        </p:nvSpPr>
        <p:spPr>
          <a:xfrm>
            <a:off x="715100" y="535000"/>
            <a:ext cx="7612500" cy="4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СРОКИ/ДОСТАВКА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9" name="Google Shape;35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9050" y="597075"/>
            <a:ext cx="2968700" cy="394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0"/>
          <p:cNvSpPr txBox="1"/>
          <p:nvPr>
            <p:ph idx="1" type="subTitle"/>
          </p:nvPr>
        </p:nvSpPr>
        <p:spPr>
          <a:xfrm>
            <a:off x="788150" y="-534750"/>
            <a:ext cx="7342200" cy="15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КОНТАКТЫ</a:t>
            </a:r>
            <a:endParaRPr/>
          </a:p>
        </p:txBody>
      </p:sp>
      <p:sp>
        <p:nvSpPr>
          <p:cNvPr id="365" name="Google Shape;365;p50"/>
          <p:cNvSpPr txBox="1"/>
          <p:nvPr>
            <p:ph idx="2" type="subTitle"/>
          </p:nvPr>
        </p:nvSpPr>
        <p:spPr>
          <a:xfrm>
            <a:off x="829525" y="1062825"/>
            <a:ext cx="7342200" cy="3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ПОЧТА: </a:t>
            </a:r>
            <a:r>
              <a:rPr lang="en" sz="1800" u="sng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lacire@mail.ru</a:t>
            </a:r>
            <a:endParaRPr sz="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МЫ В ВК - </a:t>
            </a:r>
            <a:r>
              <a:rPr lang="en" sz="1800" u="sng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https://vk.com/lacirearomatiqueschool</a:t>
            </a:r>
            <a:endParaRPr sz="1800" u="sng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 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МЫ НА WILDBERRIES:  </a:t>
            </a:r>
            <a:r>
              <a:rPr lang="en" sz="1800" u="sng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https://www.wildberries.ru/brands/5316092-lacire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ТЕЛЕФОН: +7 926 149 7741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Если вы не нашли то, что хотели, напишите нам, наша команда постарается вам помочь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		 	 	 		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			 			 			 			 		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		 	 	 		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			 			 			 			 		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C8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6" name="Google Shape;366;p50"/>
          <p:cNvPicPr preferRelativeResize="0"/>
          <p:nvPr/>
        </p:nvPicPr>
        <p:blipFill rotWithShape="1">
          <a:blip r:embed="rId5">
            <a:alphaModFix/>
          </a:blip>
          <a:srcRect b="13002" l="0" r="0" t="12995"/>
          <a:stretch/>
        </p:blipFill>
        <p:spPr>
          <a:xfrm>
            <a:off x="5949375" y="1062825"/>
            <a:ext cx="2919900" cy="288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Aesthetic Consulting Toolkit by Slidesgo">
  <a:themeElements>
    <a:clrScheme name="Simple Light">
      <a:dk1>
        <a:srgbClr val="F3F3F3"/>
      </a:dk1>
      <a:lt1>
        <a:srgbClr val="30261C"/>
      </a:lt1>
      <a:dk2>
        <a:srgbClr val="A06E53"/>
      </a:dk2>
      <a:lt2>
        <a:srgbClr val="64593E"/>
      </a:lt2>
      <a:accent1>
        <a:srgbClr val="EBE6DE"/>
      </a:accent1>
      <a:accent2>
        <a:srgbClr val="D6BDA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